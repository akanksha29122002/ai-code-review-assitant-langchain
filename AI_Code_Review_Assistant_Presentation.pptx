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AI-Powered Code Review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Manual review + GitHub PR review in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Built as a learning project to review pasted code, diffs, and GitHub pull requests.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Combines Streamlit UI, FastAPI webhook handling, LangChain review orchestration, and GitHub integration.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Includes a local fallback reviewer so the product still works when external LLM access is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Why this project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Developers need faster feedback on correctness, security, testing gaps, and maintainability risks.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Manual review is time-consuming and inconsistent across diffs, code snippets, and pull requests.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The goal was to create one app that supports both manual review and GitHub-based review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Problem and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Core Features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Manual review tab for pasted diffs, patches, or code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GitHub PR review tab inside the same Streamlit app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FastAPI webhook endpoint for PR-triggered review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Review history stored in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7373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Supporting Features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Repository context retrieval for nearby code awareness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Structured findings, risk, and missing tests output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GitHub comment and status publication when permitted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Fallback local reviewer when model calls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What the application delivers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Streamlit app (`app.py`) handles manual reviews and GitHub PR review preview/publish flows.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FastAPI service (`webhook_app.py`) receives GitHub webhook events and queues PR review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Review engine (`reviewer.py`) builds the LangChain prompt pipeline and structured output handling.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GitHub service layer (`github_review.py`, `github_client.py`) fetches PR files and posts results.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SQLite history store keeps recent review results for both manual and GitHub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Application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How LangChain Was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A system prompt defines the review behavior: focus on correctness, regressions, security, performance, and testing gaps.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A user prompt injects repository context, retrieved files, changed file summary, and submitted code/diff.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LangChain structured output maps the model response into a typed review schema.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Primary files: `src/code_review_assistant/reviewer.py` and `src/code_review_assistant/models.py`.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LangChain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Key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Frontend / API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`app.py` - Streamlit UI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`webhook_app.py` - FastAPI webhook service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`README.md` - setup and demo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7373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Backend Logic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`reviewer.py` - LangChain review orchestration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`github_review.py` - PR review workflow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`repository_context.py` - repository retrieval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`fallback_reviewer.py` - local offline review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Important implementation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Fallback Review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Added because external Gemini model access was unavailable due to quota / billing constraints.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The fallback reviewer handles obvious hardcoded secrets, debug statements, broad exceptions, likely missing semicolons, and missing test reminders.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This keeps the app usable for demo and learning even without full LLM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It is narrower than a full model-based review and should be presented as a resilience feature, not a replacement for production-grade LLM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Known limitation handled pragmatically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How To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1. `pip install -r requirements.txt`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2. `copy .env.example .env`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3. Update `.env` with provider and GitHub credentials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4. `streamlit run app.py`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5. Optional webhook mode: `uvicorn webhook_app:app --reload --port 8000`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commands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Manual Review: paste a code snippet or diff, set the primary language, and run review.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GitHub PR Review: enter owner, repository, and PR number in the GitHub tab.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Preview Mode: keep publish disabled to review results inside the app without posting to GitHub.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Show review history at the bottom of the app to demonstrate stored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Suggested presentation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Challenges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Challenges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Gemini quota / billing was unavailable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GitHub posting depends on token or app permissions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Raw pasted code needs different handling than unified diffs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73736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Current Limitations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Fallback review is narrower than LLM review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GitHub publish mode can fail with insufficient token scopes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Full LLM quality requires enabled provider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Transparent project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Test coverage includes parser logic, GitHub review helpers, webhook verification, deduplication, repository context, and fallback review.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Final validation status: all automated tests pass.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The app supports manual review, GitHub PR preview review, and webhook-based review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Quality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" cy="73152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The project successfully delivers a unified code review assistant for both manual and GitHub PR workflows.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LangChain was used to structure the review pipeline and typed output flow.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A fallback review engine was added to keep the application usable under provider limitations.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</a:defRPr>
            </a:pPr>
            <a:r>
              <a:t>The project is runnable, tested, and ready for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Final outcome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